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309" r:id="rId5"/>
    <p:sldId id="1563" r:id="rId6"/>
    <p:sldId id="1656" r:id="rId7"/>
    <p:sldId id="1657" r:id="rId8"/>
    <p:sldId id="1658" r:id="rId9"/>
    <p:sldId id="261" r:id="rId10"/>
    <p:sldId id="1661" r:id="rId11"/>
    <p:sldId id="266" r:id="rId12"/>
    <p:sldId id="1664" r:id="rId13"/>
    <p:sldId id="1663" r:id="rId14"/>
    <p:sldId id="1660" r:id="rId15"/>
    <p:sldId id="16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977688-CC13-45B3-91FA-358B0E6B8A14}" v="622" dt="2026-08-26T15:11:46.939"/>
  </p1510:revLst>
</p1510:revInfo>
</file>

<file path=ppt/tableStyles.xml><?xml version="1.0" encoding="utf-8"?>
<a:tblStyleLst xmlns:a="http://schemas.openxmlformats.org/drawingml/2006/main" def="{F5AB1C69-6EDB-4FF4-983F-18BD219EF322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8"/>
    <p:restoredTop sz="94665"/>
  </p:normalViewPr>
  <p:slideViewPr>
    <p:cSldViewPr snapToGrid="0">
      <p:cViewPr>
        <p:scale>
          <a:sx n="100" d="100"/>
          <a:sy n="100" d="100"/>
        </p:scale>
        <p:origin x="-14" y="-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3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3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AB96A4-7CE7-4DA5-BCCE-1342C3B34EE9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bg-BG"/>
        </a:p>
      </dgm:t>
    </dgm:pt>
    <dgm:pt modelId="{A046A873-0943-4E46-B3D4-548FC82AE325}">
      <dgm:prSet phldrT="[Текст]" phldr="0"/>
      <dgm:spPr/>
      <dgm:t>
        <a:bodyPr/>
        <a:lstStyle/>
        <a:p>
          <a:r>
            <a:rPr lang="bg-BG"/>
            <a:t>Frontend</a:t>
          </a:r>
        </a:p>
      </dgm:t>
    </dgm:pt>
    <dgm:pt modelId="{65DA9CB7-4ADE-4EAD-A664-83FC8B8A902F}" type="parTrans" cxnId="{3B5FFADC-D2CA-40BC-8727-961CA37AC10B}">
      <dgm:prSet/>
      <dgm:spPr/>
      <dgm:t>
        <a:bodyPr/>
        <a:lstStyle/>
        <a:p>
          <a:endParaRPr lang="bg-BG"/>
        </a:p>
      </dgm:t>
    </dgm:pt>
    <dgm:pt modelId="{C9EE215D-FB9E-44D3-BDE4-DF8A4F942D83}" type="sibTrans" cxnId="{3B5FFADC-D2CA-40BC-8727-961CA37AC10B}">
      <dgm:prSet/>
      <dgm:spPr/>
      <dgm:t>
        <a:bodyPr/>
        <a:lstStyle/>
        <a:p>
          <a:endParaRPr lang="bg-BG"/>
        </a:p>
      </dgm:t>
    </dgm:pt>
    <dgm:pt modelId="{5D112CB2-6262-4AEE-BC13-A06E966EDCC2}">
      <dgm:prSet phldrT="[Текст]" phldr="0"/>
      <dgm:spPr/>
      <dgm:t>
        <a:bodyPr/>
        <a:lstStyle/>
        <a:p>
          <a:r>
            <a:rPr lang="bg-BG" dirty="0"/>
            <a:t>Vite</a:t>
          </a:r>
        </a:p>
      </dgm:t>
    </dgm:pt>
    <dgm:pt modelId="{285696DC-56CE-40B7-BDDC-A4ACCEA67C9A}" type="parTrans" cxnId="{C4F03DCE-5022-4032-A21D-67AF5354E51E}">
      <dgm:prSet/>
      <dgm:spPr/>
      <dgm:t>
        <a:bodyPr/>
        <a:lstStyle/>
        <a:p>
          <a:endParaRPr lang="bg-BG"/>
        </a:p>
      </dgm:t>
    </dgm:pt>
    <dgm:pt modelId="{0144DCFE-9664-434D-9688-861AD2794561}" type="sibTrans" cxnId="{C4F03DCE-5022-4032-A21D-67AF5354E51E}">
      <dgm:prSet/>
      <dgm:spPr/>
      <dgm:t>
        <a:bodyPr/>
        <a:lstStyle/>
        <a:p>
          <a:endParaRPr lang="bg-BG"/>
        </a:p>
      </dgm:t>
    </dgm:pt>
    <dgm:pt modelId="{C1AA7F42-9547-43D1-8749-3F2C85979411}">
      <dgm:prSet phldrT="[Текст]" phldr="0"/>
      <dgm:spPr/>
      <dgm:t>
        <a:bodyPr/>
        <a:lstStyle/>
        <a:p>
          <a:r>
            <a:rPr lang="bg-BG" dirty="0"/>
            <a:t>React</a:t>
          </a:r>
        </a:p>
      </dgm:t>
    </dgm:pt>
    <dgm:pt modelId="{0D2EEF71-0686-468D-93AD-AD4E85650EC4}" type="parTrans" cxnId="{B6BAD908-8E38-4B59-9B9B-52B93AC1EBEC}">
      <dgm:prSet/>
      <dgm:spPr/>
      <dgm:t>
        <a:bodyPr/>
        <a:lstStyle/>
        <a:p>
          <a:endParaRPr lang="bg-BG"/>
        </a:p>
      </dgm:t>
    </dgm:pt>
    <dgm:pt modelId="{3016CD59-3E71-4A72-9B46-76E6F2772D82}" type="sibTrans" cxnId="{B6BAD908-8E38-4B59-9B9B-52B93AC1EBEC}">
      <dgm:prSet/>
      <dgm:spPr/>
      <dgm:t>
        <a:bodyPr/>
        <a:lstStyle/>
        <a:p>
          <a:endParaRPr lang="bg-BG"/>
        </a:p>
      </dgm:t>
    </dgm:pt>
    <dgm:pt modelId="{92D69913-624E-405F-A82E-40FA3A063BCE}">
      <dgm:prSet phldrT="[Текст]" phldr="0"/>
      <dgm:spPr/>
      <dgm:t>
        <a:bodyPr/>
        <a:lstStyle/>
        <a:p>
          <a:r>
            <a:rPr lang="bg-BG"/>
            <a:t>TypeScript</a:t>
          </a:r>
        </a:p>
      </dgm:t>
    </dgm:pt>
    <dgm:pt modelId="{3DB244C2-5A16-49C0-92F3-6BE602B6FD5C}" type="parTrans" cxnId="{4F50510D-4E5B-4A81-BD26-E4D7E6821447}">
      <dgm:prSet/>
      <dgm:spPr/>
      <dgm:t>
        <a:bodyPr/>
        <a:lstStyle/>
        <a:p>
          <a:endParaRPr lang="bg-BG"/>
        </a:p>
      </dgm:t>
    </dgm:pt>
    <dgm:pt modelId="{A1BDAE41-49B1-479B-912E-1140B567E608}" type="sibTrans" cxnId="{4F50510D-4E5B-4A81-BD26-E4D7E6821447}">
      <dgm:prSet/>
      <dgm:spPr/>
      <dgm:t>
        <a:bodyPr/>
        <a:lstStyle/>
        <a:p>
          <a:endParaRPr lang="bg-BG"/>
        </a:p>
      </dgm:t>
    </dgm:pt>
    <dgm:pt modelId="{7C03B22C-4B8F-4EC0-B4F7-41A8BFFCBBA2}">
      <dgm:prSet phldrT="[Текст]" phldr="0"/>
      <dgm:spPr/>
      <dgm:t>
        <a:bodyPr/>
        <a:lstStyle/>
        <a:p>
          <a:r>
            <a:rPr lang="bg-BG"/>
            <a:t>Backend</a:t>
          </a:r>
        </a:p>
      </dgm:t>
    </dgm:pt>
    <dgm:pt modelId="{CCB52F7C-95ED-4848-849F-61897BE89422}" type="parTrans" cxnId="{FD576918-C5A1-4BC8-9E0D-879DFC8B6C45}">
      <dgm:prSet/>
      <dgm:spPr/>
      <dgm:t>
        <a:bodyPr/>
        <a:lstStyle/>
        <a:p>
          <a:endParaRPr lang="bg-BG"/>
        </a:p>
      </dgm:t>
    </dgm:pt>
    <dgm:pt modelId="{71786279-8341-4A43-8241-127AC10AA3DE}" type="sibTrans" cxnId="{FD576918-C5A1-4BC8-9E0D-879DFC8B6C45}">
      <dgm:prSet/>
      <dgm:spPr/>
      <dgm:t>
        <a:bodyPr/>
        <a:lstStyle/>
        <a:p>
          <a:endParaRPr lang="bg-BG"/>
        </a:p>
      </dgm:t>
    </dgm:pt>
    <dgm:pt modelId="{4560C6CF-4EB0-45EC-9530-BF1D7050845B}">
      <dgm:prSet phldrT="[Текст]" phldr="0"/>
      <dgm:spPr/>
      <dgm:t>
        <a:bodyPr/>
        <a:lstStyle/>
        <a:p>
          <a:r>
            <a:rPr lang="bg-BG"/>
            <a:t>Node.js</a:t>
          </a:r>
        </a:p>
      </dgm:t>
    </dgm:pt>
    <dgm:pt modelId="{06B82153-7E6D-41A1-9C5F-C8A8FC875F7B}" type="parTrans" cxnId="{F09A956D-F4CF-4A95-94AB-1F8A2B98C555}">
      <dgm:prSet/>
      <dgm:spPr/>
      <dgm:t>
        <a:bodyPr/>
        <a:lstStyle/>
        <a:p>
          <a:endParaRPr lang="bg-BG"/>
        </a:p>
      </dgm:t>
    </dgm:pt>
    <dgm:pt modelId="{A42AB36F-68AA-469A-9130-BF7CA3C1C37D}" type="sibTrans" cxnId="{F09A956D-F4CF-4A95-94AB-1F8A2B98C555}">
      <dgm:prSet/>
      <dgm:spPr/>
      <dgm:t>
        <a:bodyPr/>
        <a:lstStyle/>
        <a:p>
          <a:endParaRPr lang="bg-BG"/>
        </a:p>
      </dgm:t>
    </dgm:pt>
    <dgm:pt modelId="{40764ACC-2406-4F3F-8C55-454ED6368F00}">
      <dgm:prSet phldrT="[Текст]" phldr="0"/>
      <dgm:spPr/>
      <dgm:t>
        <a:bodyPr/>
        <a:lstStyle/>
        <a:p>
          <a:r>
            <a:rPr lang="bg-BG"/>
            <a:t>Express</a:t>
          </a:r>
        </a:p>
      </dgm:t>
    </dgm:pt>
    <dgm:pt modelId="{1CB1180F-FE87-4883-A1DB-B8CCEDEFA4B9}" type="parTrans" cxnId="{C33402EC-C17F-48D8-9459-3BDB76DE24B8}">
      <dgm:prSet/>
      <dgm:spPr/>
      <dgm:t>
        <a:bodyPr/>
        <a:lstStyle/>
        <a:p>
          <a:endParaRPr lang="bg-BG"/>
        </a:p>
      </dgm:t>
    </dgm:pt>
    <dgm:pt modelId="{5B72DA99-DF44-4451-91E9-E983686711D2}" type="sibTrans" cxnId="{C33402EC-C17F-48D8-9459-3BDB76DE24B8}">
      <dgm:prSet/>
      <dgm:spPr/>
      <dgm:t>
        <a:bodyPr/>
        <a:lstStyle/>
        <a:p>
          <a:endParaRPr lang="bg-BG"/>
        </a:p>
      </dgm:t>
    </dgm:pt>
    <dgm:pt modelId="{57B474A9-46AA-4CB5-80AE-FFF748270850}">
      <dgm:prSet phldrT="[Текст]" phldr="0"/>
      <dgm:spPr/>
      <dgm:t>
        <a:bodyPr/>
        <a:lstStyle/>
        <a:p>
          <a:r>
            <a:rPr lang="bg-BG" dirty="0"/>
            <a:t>TypeScript</a:t>
          </a:r>
        </a:p>
      </dgm:t>
    </dgm:pt>
    <dgm:pt modelId="{95D46D6B-CDA9-4D88-8CE7-CAC54B9C25E1}" type="parTrans" cxnId="{C95F6939-2488-47DB-B9C2-6DAACBCC90C9}">
      <dgm:prSet/>
      <dgm:spPr/>
      <dgm:t>
        <a:bodyPr/>
        <a:lstStyle/>
        <a:p>
          <a:endParaRPr lang="bg-BG"/>
        </a:p>
      </dgm:t>
    </dgm:pt>
    <dgm:pt modelId="{618F9C90-B536-4389-AFE0-3B3D482982D7}" type="sibTrans" cxnId="{C95F6939-2488-47DB-B9C2-6DAACBCC90C9}">
      <dgm:prSet/>
      <dgm:spPr/>
      <dgm:t>
        <a:bodyPr/>
        <a:lstStyle/>
        <a:p>
          <a:endParaRPr lang="bg-BG"/>
        </a:p>
      </dgm:t>
    </dgm:pt>
    <dgm:pt modelId="{BA26982E-FC32-4C4F-BD80-6C81E5190A33}">
      <dgm:prSet phldrT="[Текст]" phldr="0"/>
      <dgm:spPr/>
      <dgm:t>
        <a:bodyPr/>
        <a:lstStyle/>
        <a:p>
          <a:pPr rtl="0"/>
          <a:r>
            <a:rPr lang="bg-BG" dirty="0"/>
            <a:t>JWT Auth</a:t>
          </a:r>
        </a:p>
      </dgm:t>
    </dgm:pt>
    <dgm:pt modelId="{DB9BA91A-5437-4764-9B4B-FAA7C8DE3945}" type="parTrans" cxnId="{38F76F48-9F6E-4958-94A1-8A16CC4E9672}">
      <dgm:prSet/>
      <dgm:spPr/>
      <dgm:t>
        <a:bodyPr/>
        <a:lstStyle/>
        <a:p>
          <a:endParaRPr lang="bg-BG"/>
        </a:p>
      </dgm:t>
    </dgm:pt>
    <dgm:pt modelId="{903A3CD0-05F6-4237-829C-A5E082E3E992}" type="sibTrans" cxnId="{38F76F48-9F6E-4958-94A1-8A16CC4E9672}">
      <dgm:prSet/>
      <dgm:spPr/>
      <dgm:t>
        <a:bodyPr/>
        <a:lstStyle/>
        <a:p>
          <a:endParaRPr lang="bg-BG"/>
        </a:p>
      </dgm:t>
    </dgm:pt>
    <dgm:pt modelId="{2B1A4675-B838-4186-A229-D0517BB79FEF}">
      <dgm:prSet phldrT="[Текст]" phldr="0"/>
      <dgm:spPr/>
      <dgm:t>
        <a:bodyPr/>
        <a:lstStyle/>
        <a:p>
          <a:r>
            <a:rPr lang="bg-BG" dirty="0"/>
            <a:t>Yup</a:t>
          </a:r>
        </a:p>
      </dgm:t>
    </dgm:pt>
    <dgm:pt modelId="{68C90968-E290-4200-8A78-7CF8D999ABD0}" type="parTrans" cxnId="{FC6811A2-653D-4F6D-8E41-A050AFF68FF9}">
      <dgm:prSet/>
      <dgm:spPr/>
    </dgm:pt>
    <dgm:pt modelId="{C6FB074C-412A-4223-B7DC-0EC50E8250E8}" type="sibTrans" cxnId="{FC6811A2-653D-4F6D-8E41-A050AFF68FF9}">
      <dgm:prSet/>
      <dgm:spPr/>
    </dgm:pt>
    <dgm:pt modelId="{B39D3313-CF4C-4655-ABBE-B531C1A4A841}">
      <dgm:prSet phldrT="[Текст]" phldr="0"/>
      <dgm:spPr/>
      <dgm:t>
        <a:bodyPr/>
        <a:lstStyle/>
        <a:p>
          <a:pPr rtl="0"/>
          <a:r>
            <a:rPr lang="bg-BG"/>
            <a:t>Database</a:t>
          </a:r>
        </a:p>
      </dgm:t>
    </dgm:pt>
    <dgm:pt modelId="{50E02B90-D13B-4A8E-8CA7-0A63CB5B5B8F}" type="parTrans" cxnId="{74552D07-8B83-47A9-964D-404137750335}">
      <dgm:prSet/>
      <dgm:spPr/>
    </dgm:pt>
    <dgm:pt modelId="{582BE3DE-920B-4EF9-91D8-9654B318FEBA}" type="sibTrans" cxnId="{74552D07-8B83-47A9-964D-404137750335}">
      <dgm:prSet/>
      <dgm:spPr/>
    </dgm:pt>
    <dgm:pt modelId="{0C6BB53A-3CEC-40B2-9CC1-B025B375D8E8}">
      <dgm:prSet phldrT="[Текст]" phldr="0"/>
      <dgm:spPr/>
      <dgm:t>
        <a:bodyPr/>
        <a:lstStyle/>
        <a:p>
          <a:pPr rtl="0"/>
          <a:r>
            <a:rPr lang="bg-BG"/>
            <a:t>MongoDB</a:t>
          </a:r>
        </a:p>
      </dgm:t>
    </dgm:pt>
    <dgm:pt modelId="{62BC0FC4-7BDD-47D8-B313-3B85BC3FC002}" type="parTrans" cxnId="{C5607D6E-0B65-48D8-A5BF-0B9CF05E648D}">
      <dgm:prSet/>
      <dgm:spPr/>
    </dgm:pt>
    <dgm:pt modelId="{DEC48AD4-7301-4767-A8E0-DCA6B2976398}" type="sibTrans" cxnId="{C5607D6E-0B65-48D8-A5BF-0B9CF05E648D}">
      <dgm:prSet/>
      <dgm:spPr/>
    </dgm:pt>
    <dgm:pt modelId="{08708574-8AB4-4C18-8CFF-E638C380F1E8}" type="pres">
      <dgm:prSet presAssocID="{6AAB96A4-7CE7-4DA5-BCCE-1342C3B34EE9}" presName="Name0" presStyleCnt="0">
        <dgm:presLayoutVars>
          <dgm:dir/>
          <dgm:animLvl val="lvl"/>
          <dgm:resizeHandles val="exact"/>
        </dgm:presLayoutVars>
      </dgm:prSet>
      <dgm:spPr/>
    </dgm:pt>
    <dgm:pt modelId="{B5F85CE3-54D5-4478-846A-39F3CAC4779C}" type="pres">
      <dgm:prSet presAssocID="{A046A873-0943-4E46-B3D4-548FC82AE325}" presName="composite" presStyleCnt="0"/>
      <dgm:spPr/>
    </dgm:pt>
    <dgm:pt modelId="{8876FD3B-A31F-420C-83B4-C0A81CDA722D}" type="pres">
      <dgm:prSet presAssocID="{A046A873-0943-4E46-B3D4-548FC82AE32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3ACA472-B258-4013-860D-7138D9794AEC}" type="pres">
      <dgm:prSet presAssocID="{A046A873-0943-4E46-B3D4-548FC82AE325}" presName="desTx" presStyleLbl="alignAccFollowNode1" presStyleIdx="0" presStyleCnt="3">
        <dgm:presLayoutVars>
          <dgm:bulletEnabled val="1"/>
        </dgm:presLayoutVars>
      </dgm:prSet>
      <dgm:spPr/>
    </dgm:pt>
    <dgm:pt modelId="{282ED5E7-066F-4F51-8986-8A14F8124BDA}" type="pres">
      <dgm:prSet presAssocID="{C9EE215D-FB9E-44D3-BDE4-DF8A4F942D83}" presName="space" presStyleCnt="0"/>
      <dgm:spPr/>
    </dgm:pt>
    <dgm:pt modelId="{23CB4980-FD76-430F-A908-C6BD95127186}" type="pres">
      <dgm:prSet presAssocID="{7C03B22C-4B8F-4EC0-B4F7-41A8BFFCBBA2}" presName="composite" presStyleCnt="0"/>
      <dgm:spPr/>
    </dgm:pt>
    <dgm:pt modelId="{45EE2016-9F71-496A-BBBD-FB1147A6B696}" type="pres">
      <dgm:prSet presAssocID="{7C03B22C-4B8F-4EC0-B4F7-41A8BFFCBBA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AF606EE-0CA2-4186-A830-7258FC039BE2}" type="pres">
      <dgm:prSet presAssocID="{7C03B22C-4B8F-4EC0-B4F7-41A8BFFCBBA2}" presName="desTx" presStyleLbl="alignAccFollowNode1" presStyleIdx="1" presStyleCnt="3">
        <dgm:presLayoutVars>
          <dgm:bulletEnabled val="1"/>
        </dgm:presLayoutVars>
      </dgm:prSet>
      <dgm:spPr/>
    </dgm:pt>
    <dgm:pt modelId="{729D6DBD-8CCF-405C-9C97-8593BE1BDA17}" type="pres">
      <dgm:prSet presAssocID="{71786279-8341-4A43-8241-127AC10AA3DE}" presName="space" presStyleCnt="0"/>
      <dgm:spPr/>
    </dgm:pt>
    <dgm:pt modelId="{BA21831B-D305-478A-BF3C-5FA1978427F2}" type="pres">
      <dgm:prSet presAssocID="{B39D3313-CF4C-4655-ABBE-B531C1A4A841}" presName="composite" presStyleCnt="0"/>
      <dgm:spPr/>
    </dgm:pt>
    <dgm:pt modelId="{0B47EECD-65EC-4B56-9C81-5043D647E1D3}" type="pres">
      <dgm:prSet presAssocID="{B39D3313-CF4C-4655-ABBE-B531C1A4A84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9ECD935-1576-4B65-8451-4CE953C3B53F}" type="pres">
      <dgm:prSet presAssocID="{B39D3313-CF4C-4655-ABBE-B531C1A4A84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4552D07-8B83-47A9-964D-404137750335}" srcId="{6AAB96A4-7CE7-4DA5-BCCE-1342C3B34EE9}" destId="{B39D3313-CF4C-4655-ABBE-B531C1A4A841}" srcOrd="2" destOrd="0" parTransId="{50E02B90-D13B-4A8E-8CA7-0A63CB5B5B8F}" sibTransId="{582BE3DE-920B-4EF9-91D8-9654B318FEBA}"/>
    <dgm:cxn modelId="{B6BAD908-8E38-4B59-9B9B-52B93AC1EBEC}" srcId="{A046A873-0943-4E46-B3D4-548FC82AE325}" destId="{C1AA7F42-9547-43D1-8749-3F2C85979411}" srcOrd="1" destOrd="0" parTransId="{0D2EEF71-0686-468D-93AD-AD4E85650EC4}" sibTransId="{3016CD59-3E71-4A72-9B46-76E6F2772D82}"/>
    <dgm:cxn modelId="{4F50510D-4E5B-4A81-BD26-E4D7E6821447}" srcId="{A046A873-0943-4E46-B3D4-548FC82AE325}" destId="{92D69913-624E-405F-A82E-40FA3A063BCE}" srcOrd="2" destOrd="0" parTransId="{3DB244C2-5A16-49C0-92F3-6BE602B6FD5C}" sibTransId="{A1BDAE41-49B1-479B-912E-1140B567E608}"/>
    <dgm:cxn modelId="{5B789714-24E6-4CC9-9598-54826BFDBD4B}" type="presOf" srcId="{0C6BB53A-3CEC-40B2-9CC1-B025B375D8E8}" destId="{59ECD935-1576-4B65-8451-4CE953C3B53F}" srcOrd="0" destOrd="0" presId="urn:microsoft.com/office/officeart/2005/8/layout/hList1"/>
    <dgm:cxn modelId="{FD576918-C5A1-4BC8-9E0D-879DFC8B6C45}" srcId="{6AAB96A4-7CE7-4DA5-BCCE-1342C3B34EE9}" destId="{7C03B22C-4B8F-4EC0-B4F7-41A8BFFCBBA2}" srcOrd="1" destOrd="0" parTransId="{CCB52F7C-95ED-4848-849F-61897BE89422}" sibTransId="{71786279-8341-4A43-8241-127AC10AA3DE}"/>
    <dgm:cxn modelId="{C95F6939-2488-47DB-B9C2-6DAACBCC90C9}" srcId="{7C03B22C-4B8F-4EC0-B4F7-41A8BFFCBBA2}" destId="{57B474A9-46AA-4CB5-80AE-FFF748270850}" srcOrd="2" destOrd="0" parTransId="{95D46D6B-CDA9-4D88-8CE7-CAC54B9C25E1}" sibTransId="{618F9C90-B536-4389-AFE0-3B3D482982D7}"/>
    <dgm:cxn modelId="{CBF6873E-0DE8-4356-BCC3-98BD6930FB83}" type="presOf" srcId="{2B1A4675-B838-4186-A229-D0517BB79FEF}" destId="{8AF606EE-0CA2-4186-A830-7258FC039BE2}" srcOrd="0" destOrd="4" presId="urn:microsoft.com/office/officeart/2005/8/layout/hList1"/>
    <dgm:cxn modelId="{E27F9240-C176-48AF-AE18-6B28FA459171}" type="presOf" srcId="{7C03B22C-4B8F-4EC0-B4F7-41A8BFFCBBA2}" destId="{45EE2016-9F71-496A-BBBD-FB1147A6B696}" srcOrd="0" destOrd="0" presId="urn:microsoft.com/office/officeart/2005/8/layout/hList1"/>
    <dgm:cxn modelId="{74D34948-50A4-4DDB-B497-1970ED993358}" type="presOf" srcId="{BA26982E-FC32-4C4F-BD80-6C81E5190A33}" destId="{8AF606EE-0CA2-4186-A830-7258FC039BE2}" srcOrd="0" destOrd="3" presId="urn:microsoft.com/office/officeart/2005/8/layout/hList1"/>
    <dgm:cxn modelId="{38F76F48-9F6E-4958-94A1-8A16CC4E9672}" srcId="{7C03B22C-4B8F-4EC0-B4F7-41A8BFFCBBA2}" destId="{BA26982E-FC32-4C4F-BD80-6C81E5190A33}" srcOrd="3" destOrd="0" parTransId="{DB9BA91A-5437-4764-9B4B-FAA7C8DE3945}" sibTransId="{903A3CD0-05F6-4237-829C-A5E082E3E992}"/>
    <dgm:cxn modelId="{F09A956D-F4CF-4A95-94AB-1F8A2B98C555}" srcId="{7C03B22C-4B8F-4EC0-B4F7-41A8BFFCBBA2}" destId="{4560C6CF-4EB0-45EC-9530-BF1D7050845B}" srcOrd="0" destOrd="0" parTransId="{06B82153-7E6D-41A1-9C5F-C8A8FC875F7B}" sibTransId="{A42AB36F-68AA-469A-9130-BF7CA3C1C37D}"/>
    <dgm:cxn modelId="{C5607D6E-0B65-48D8-A5BF-0B9CF05E648D}" srcId="{B39D3313-CF4C-4655-ABBE-B531C1A4A841}" destId="{0C6BB53A-3CEC-40B2-9CC1-B025B375D8E8}" srcOrd="0" destOrd="0" parTransId="{62BC0FC4-7BDD-47D8-B313-3B85BC3FC002}" sibTransId="{DEC48AD4-7301-4767-A8E0-DCA6B2976398}"/>
    <dgm:cxn modelId="{FC6811A2-653D-4F6D-8E41-A050AFF68FF9}" srcId="{7C03B22C-4B8F-4EC0-B4F7-41A8BFFCBBA2}" destId="{2B1A4675-B838-4186-A229-D0517BB79FEF}" srcOrd="4" destOrd="0" parTransId="{68C90968-E290-4200-8A78-7CF8D999ABD0}" sibTransId="{C6FB074C-412A-4223-B7DC-0EC50E8250E8}"/>
    <dgm:cxn modelId="{2D3DC0B0-857F-425D-A90D-4D5A9286DD9F}" type="presOf" srcId="{40764ACC-2406-4F3F-8C55-454ED6368F00}" destId="{8AF606EE-0CA2-4186-A830-7258FC039BE2}" srcOrd="0" destOrd="1" presId="urn:microsoft.com/office/officeart/2005/8/layout/hList1"/>
    <dgm:cxn modelId="{07E9D2C9-C775-4BFA-B0D6-92916F369876}" type="presOf" srcId="{A046A873-0943-4E46-B3D4-548FC82AE325}" destId="{8876FD3B-A31F-420C-83B4-C0A81CDA722D}" srcOrd="0" destOrd="0" presId="urn:microsoft.com/office/officeart/2005/8/layout/hList1"/>
    <dgm:cxn modelId="{C4F03DCE-5022-4032-A21D-67AF5354E51E}" srcId="{A046A873-0943-4E46-B3D4-548FC82AE325}" destId="{5D112CB2-6262-4AEE-BC13-A06E966EDCC2}" srcOrd="0" destOrd="0" parTransId="{285696DC-56CE-40B7-BDDC-A4ACCEA67C9A}" sibTransId="{0144DCFE-9664-434D-9688-861AD2794561}"/>
    <dgm:cxn modelId="{82CE12D2-716C-4613-88FD-98A9E370F12F}" type="presOf" srcId="{5D112CB2-6262-4AEE-BC13-A06E966EDCC2}" destId="{C3ACA472-B258-4013-860D-7138D9794AEC}" srcOrd="0" destOrd="0" presId="urn:microsoft.com/office/officeart/2005/8/layout/hList1"/>
    <dgm:cxn modelId="{2206C4D4-0E66-4D2C-A72B-05D1119F924E}" type="presOf" srcId="{B39D3313-CF4C-4655-ABBE-B531C1A4A841}" destId="{0B47EECD-65EC-4B56-9C81-5043D647E1D3}" srcOrd="0" destOrd="0" presId="urn:microsoft.com/office/officeart/2005/8/layout/hList1"/>
    <dgm:cxn modelId="{3B5FFADC-D2CA-40BC-8727-961CA37AC10B}" srcId="{6AAB96A4-7CE7-4DA5-BCCE-1342C3B34EE9}" destId="{A046A873-0943-4E46-B3D4-548FC82AE325}" srcOrd="0" destOrd="0" parTransId="{65DA9CB7-4ADE-4EAD-A664-83FC8B8A902F}" sibTransId="{C9EE215D-FB9E-44D3-BDE4-DF8A4F942D83}"/>
    <dgm:cxn modelId="{CBD3B5DE-3035-4428-A2B5-F3A6BA4F63C0}" type="presOf" srcId="{4560C6CF-4EB0-45EC-9530-BF1D7050845B}" destId="{8AF606EE-0CA2-4186-A830-7258FC039BE2}" srcOrd="0" destOrd="0" presId="urn:microsoft.com/office/officeart/2005/8/layout/hList1"/>
    <dgm:cxn modelId="{8A06F1E3-2F66-4518-A163-4FCF63062606}" type="presOf" srcId="{57B474A9-46AA-4CB5-80AE-FFF748270850}" destId="{8AF606EE-0CA2-4186-A830-7258FC039BE2}" srcOrd="0" destOrd="2" presId="urn:microsoft.com/office/officeart/2005/8/layout/hList1"/>
    <dgm:cxn modelId="{F3ECDBEB-894F-46D2-96BE-9A42D9E6CC73}" type="presOf" srcId="{C1AA7F42-9547-43D1-8749-3F2C85979411}" destId="{C3ACA472-B258-4013-860D-7138D9794AEC}" srcOrd="0" destOrd="1" presId="urn:microsoft.com/office/officeart/2005/8/layout/hList1"/>
    <dgm:cxn modelId="{C33402EC-C17F-48D8-9459-3BDB76DE24B8}" srcId="{7C03B22C-4B8F-4EC0-B4F7-41A8BFFCBBA2}" destId="{40764ACC-2406-4F3F-8C55-454ED6368F00}" srcOrd="1" destOrd="0" parTransId="{1CB1180F-FE87-4883-A1DB-B8CCEDEFA4B9}" sibTransId="{5B72DA99-DF44-4451-91E9-E983686711D2}"/>
    <dgm:cxn modelId="{4CF525F5-4ACB-4974-9919-A68DB13F1551}" type="presOf" srcId="{92D69913-624E-405F-A82E-40FA3A063BCE}" destId="{C3ACA472-B258-4013-860D-7138D9794AEC}" srcOrd="0" destOrd="2" presId="urn:microsoft.com/office/officeart/2005/8/layout/hList1"/>
    <dgm:cxn modelId="{A126BAF8-D77C-497F-9BD4-D7A39CF90526}" type="presOf" srcId="{6AAB96A4-7CE7-4DA5-BCCE-1342C3B34EE9}" destId="{08708574-8AB4-4C18-8CFF-E638C380F1E8}" srcOrd="0" destOrd="0" presId="urn:microsoft.com/office/officeart/2005/8/layout/hList1"/>
    <dgm:cxn modelId="{993D36EB-80FA-4E35-94FC-DD2EADCDCA39}" type="presParOf" srcId="{08708574-8AB4-4C18-8CFF-E638C380F1E8}" destId="{B5F85CE3-54D5-4478-846A-39F3CAC4779C}" srcOrd="0" destOrd="0" presId="urn:microsoft.com/office/officeart/2005/8/layout/hList1"/>
    <dgm:cxn modelId="{F73F2807-605C-452A-8812-B4A06B19BA36}" type="presParOf" srcId="{B5F85CE3-54D5-4478-846A-39F3CAC4779C}" destId="{8876FD3B-A31F-420C-83B4-C0A81CDA722D}" srcOrd="0" destOrd="0" presId="urn:microsoft.com/office/officeart/2005/8/layout/hList1"/>
    <dgm:cxn modelId="{CBB13FDD-2873-48BB-B809-7A24461A7572}" type="presParOf" srcId="{B5F85CE3-54D5-4478-846A-39F3CAC4779C}" destId="{C3ACA472-B258-4013-860D-7138D9794AEC}" srcOrd="1" destOrd="0" presId="urn:microsoft.com/office/officeart/2005/8/layout/hList1"/>
    <dgm:cxn modelId="{A92F4EFE-B808-4673-B925-1FA9E78ED95A}" type="presParOf" srcId="{08708574-8AB4-4C18-8CFF-E638C380F1E8}" destId="{282ED5E7-066F-4F51-8986-8A14F8124BDA}" srcOrd="1" destOrd="0" presId="urn:microsoft.com/office/officeart/2005/8/layout/hList1"/>
    <dgm:cxn modelId="{73BE0623-67A4-4F79-974F-69FE76DAE04B}" type="presParOf" srcId="{08708574-8AB4-4C18-8CFF-E638C380F1E8}" destId="{23CB4980-FD76-430F-A908-C6BD95127186}" srcOrd="2" destOrd="0" presId="urn:microsoft.com/office/officeart/2005/8/layout/hList1"/>
    <dgm:cxn modelId="{BD91AD70-5A8C-46F8-9492-B94B1CB51460}" type="presParOf" srcId="{23CB4980-FD76-430F-A908-C6BD95127186}" destId="{45EE2016-9F71-496A-BBBD-FB1147A6B696}" srcOrd="0" destOrd="0" presId="urn:microsoft.com/office/officeart/2005/8/layout/hList1"/>
    <dgm:cxn modelId="{BBE09F6B-BEBE-4DD3-827A-4959D788C652}" type="presParOf" srcId="{23CB4980-FD76-430F-A908-C6BD95127186}" destId="{8AF606EE-0CA2-4186-A830-7258FC039BE2}" srcOrd="1" destOrd="0" presId="urn:microsoft.com/office/officeart/2005/8/layout/hList1"/>
    <dgm:cxn modelId="{E91DC6B5-E489-4759-AF29-875FB16986C0}" type="presParOf" srcId="{08708574-8AB4-4C18-8CFF-E638C380F1E8}" destId="{729D6DBD-8CCF-405C-9C97-8593BE1BDA17}" srcOrd="3" destOrd="0" presId="urn:microsoft.com/office/officeart/2005/8/layout/hList1"/>
    <dgm:cxn modelId="{869966BA-F9D3-4D4D-9BF3-AFF1C747ABCE}" type="presParOf" srcId="{08708574-8AB4-4C18-8CFF-E638C380F1E8}" destId="{BA21831B-D305-478A-BF3C-5FA1978427F2}" srcOrd="4" destOrd="0" presId="urn:microsoft.com/office/officeart/2005/8/layout/hList1"/>
    <dgm:cxn modelId="{6E72DB43-D0B5-4DD3-8A1D-73112C82D205}" type="presParOf" srcId="{BA21831B-D305-478A-BF3C-5FA1978427F2}" destId="{0B47EECD-65EC-4B56-9C81-5043D647E1D3}" srcOrd="0" destOrd="0" presId="urn:microsoft.com/office/officeart/2005/8/layout/hList1"/>
    <dgm:cxn modelId="{E76C7078-D5C0-4673-B4C3-028AADC413FB}" type="presParOf" srcId="{BA21831B-D305-478A-BF3C-5FA1978427F2}" destId="{59ECD935-1576-4B65-8451-4CE953C3B53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E5474B-8361-4433-9D56-F55AADFDE2AF}" type="doc">
      <dgm:prSet loTypeId="urn:microsoft.com/office/officeart/2005/8/layout/process2" loCatId="process" qsTypeId="urn:microsoft.com/office/officeart/2005/8/quickstyle/simple1" qsCatId="simple" csTypeId="urn:microsoft.com/office/officeart/2005/8/colors/accent3_2" csCatId="accent3" phldr="1"/>
      <dgm:spPr/>
    </dgm:pt>
    <dgm:pt modelId="{94097E59-2FE5-4436-B6ED-23F77BEC43CE}">
      <dgm:prSet phldrT="[Текст]" phldr="0"/>
      <dgm:spPr/>
      <dgm:t>
        <a:bodyPr/>
        <a:lstStyle/>
        <a:p>
          <a:r>
            <a:rPr lang="bg-BG"/>
            <a:t>Repository</a:t>
          </a:r>
        </a:p>
      </dgm:t>
    </dgm:pt>
    <dgm:pt modelId="{3801E590-AAA4-4F49-8E39-B5DFF50F6939}" type="parTrans" cxnId="{C3B4A01C-D092-47C7-8ECC-1E9D48D000EA}">
      <dgm:prSet/>
      <dgm:spPr/>
    </dgm:pt>
    <dgm:pt modelId="{ADEE2BD4-E090-4107-A7B4-C35D7B1E649B}" type="sibTrans" cxnId="{C3B4A01C-D092-47C7-8ECC-1E9D48D000EA}">
      <dgm:prSet/>
      <dgm:spPr/>
      <dgm:t>
        <a:bodyPr/>
        <a:lstStyle/>
        <a:p>
          <a:endParaRPr lang="bg-BG"/>
        </a:p>
      </dgm:t>
    </dgm:pt>
    <dgm:pt modelId="{43CDD859-0962-4F68-A99D-BC6AFBE8F14C}">
      <dgm:prSet phldrT="[Текст]" phldr="0"/>
      <dgm:spPr/>
      <dgm:t>
        <a:bodyPr/>
        <a:lstStyle/>
        <a:p>
          <a:r>
            <a:rPr lang="bg-BG" dirty="0"/>
            <a:t>Service</a:t>
          </a:r>
        </a:p>
      </dgm:t>
    </dgm:pt>
    <dgm:pt modelId="{034F85D2-65D2-4DF5-9072-7A48A5B3D89B}" type="parTrans" cxnId="{903C3D66-6C77-494B-9601-8DFB8209C718}">
      <dgm:prSet/>
      <dgm:spPr/>
    </dgm:pt>
    <dgm:pt modelId="{2FA1A1FD-501E-4655-AD07-550FE455537D}" type="sibTrans" cxnId="{903C3D66-6C77-494B-9601-8DFB8209C718}">
      <dgm:prSet/>
      <dgm:spPr/>
      <dgm:t>
        <a:bodyPr/>
        <a:lstStyle/>
        <a:p>
          <a:endParaRPr lang="bg-BG"/>
        </a:p>
      </dgm:t>
    </dgm:pt>
    <dgm:pt modelId="{1F78EF25-25A6-4652-AD55-74B49F0F2795}">
      <dgm:prSet phldrT="[Текст]" phldr="0"/>
      <dgm:spPr/>
      <dgm:t>
        <a:bodyPr/>
        <a:lstStyle/>
        <a:p>
          <a:r>
            <a:rPr lang="bg-BG" dirty="0"/>
            <a:t>Controller</a:t>
          </a:r>
        </a:p>
      </dgm:t>
    </dgm:pt>
    <dgm:pt modelId="{C4179FE2-50DF-4E4E-B1A3-7C7AD65AFE78}" type="parTrans" cxnId="{74484270-1171-40D4-BE86-14B94EA0E332}">
      <dgm:prSet/>
      <dgm:spPr/>
    </dgm:pt>
    <dgm:pt modelId="{43125D3E-933A-46A7-A3BB-12AFE73B5CF3}" type="sibTrans" cxnId="{74484270-1171-40D4-BE86-14B94EA0E332}">
      <dgm:prSet/>
      <dgm:spPr/>
      <dgm:t>
        <a:bodyPr/>
        <a:lstStyle/>
        <a:p>
          <a:endParaRPr lang="bg-BG"/>
        </a:p>
      </dgm:t>
    </dgm:pt>
    <dgm:pt modelId="{893C0AE5-56AD-4710-A9AD-3376901AA013}">
      <dgm:prSet phldrT="[Текст]" phldr="0"/>
      <dgm:spPr/>
      <dgm:t>
        <a:bodyPr/>
        <a:lstStyle/>
        <a:p>
          <a:r>
            <a:rPr lang="bg-BG" dirty="0"/>
            <a:t>Routes</a:t>
          </a:r>
        </a:p>
      </dgm:t>
    </dgm:pt>
    <dgm:pt modelId="{71EBDEE5-E241-4B76-BD84-37B82947B146}" type="parTrans" cxnId="{5AD17B43-A131-4C66-A9DC-8F8EC51AE627}">
      <dgm:prSet/>
      <dgm:spPr/>
    </dgm:pt>
    <dgm:pt modelId="{0AF5D7EE-555F-4CD0-917F-8DCFA1486064}" type="sibTrans" cxnId="{5AD17B43-A131-4C66-A9DC-8F8EC51AE627}">
      <dgm:prSet/>
      <dgm:spPr/>
    </dgm:pt>
    <dgm:pt modelId="{30E33506-1377-4FD2-88D2-226446413D3E}" type="pres">
      <dgm:prSet presAssocID="{94E5474B-8361-4433-9D56-F55AADFDE2AF}" presName="linearFlow" presStyleCnt="0">
        <dgm:presLayoutVars>
          <dgm:resizeHandles val="exact"/>
        </dgm:presLayoutVars>
      </dgm:prSet>
      <dgm:spPr/>
    </dgm:pt>
    <dgm:pt modelId="{1AF7B56B-D876-4F6B-8EDE-E07568C831E3}" type="pres">
      <dgm:prSet presAssocID="{94097E59-2FE5-4436-B6ED-23F77BEC43CE}" presName="node" presStyleLbl="node1" presStyleIdx="0" presStyleCnt="4">
        <dgm:presLayoutVars>
          <dgm:bulletEnabled val="1"/>
        </dgm:presLayoutVars>
      </dgm:prSet>
      <dgm:spPr/>
    </dgm:pt>
    <dgm:pt modelId="{B5B33E1B-9834-40F6-9236-B8EA09C341AF}" type="pres">
      <dgm:prSet presAssocID="{ADEE2BD4-E090-4107-A7B4-C35D7B1E649B}" presName="sibTrans" presStyleLbl="sibTrans2D1" presStyleIdx="0" presStyleCnt="3"/>
      <dgm:spPr/>
    </dgm:pt>
    <dgm:pt modelId="{F00C3159-C61E-4D79-AB18-EDD1E4254324}" type="pres">
      <dgm:prSet presAssocID="{ADEE2BD4-E090-4107-A7B4-C35D7B1E649B}" presName="connectorText" presStyleLbl="sibTrans2D1" presStyleIdx="0" presStyleCnt="3"/>
      <dgm:spPr/>
    </dgm:pt>
    <dgm:pt modelId="{5D23122B-D231-42FC-B0B9-58C883E97541}" type="pres">
      <dgm:prSet presAssocID="{43CDD859-0962-4F68-A99D-BC6AFBE8F14C}" presName="node" presStyleLbl="node1" presStyleIdx="1" presStyleCnt="4">
        <dgm:presLayoutVars>
          <dgm:bulletEnabled val="1"/>
        </dgm:presLayoutVars>
      </dgm:prSet>
      <dgm:spPr/>
    </dgm:pt>
    <dgm:pt modelId="{7386E2C5-2901-4217-8DC8-FD93C66894B9}" type="pres">
      <dgm:prSet presAssocID="{2FA1A1FD-501E-4655-AD07-550FE455537D}" presName="sibTrans" presStyleLbl="sibTrans2D1" presStyleIdx="1" presStyleCnt="3"/>
      <dgm:spPr/>
    </dgm:pt>
    <dgm:pt modelId="{1FA06E1D-FB7C-4DD5-8176-501F446D3F81}" type="pres">
      <dgm:prSet presAssocID="{2FA1A1FD-501E-4655-AD07-550FE455537D}" presName="connectorText" presStyleLbl="sibTrans2D1" presStyleIdx="1" presStyleCnt="3"/>
      <dgm:spPr/>
    </dgm:pt>
    <dgm:pt modelId="{16F1A17F-39F6-465A-B5E5-66FE623338C5}" type="pres">
      <dgm:prSet presAssocID="{1F78EF25-25A6-4652-AD55-74B49F0F2795}" presName="node" presStyleLbl="node1" presStyleIdx="2" presStyleCnt="4">
        <dgm:presLayoutVars>
          <dgm:bulletEnabled val="1"/>
        </dgm:presLayoutVars>
      </dgm:prSet>
      <dgm:spPr/>
    </dgm:pt>
    <dgm:pt modelId="{3F306199-4469-436A-8C72-E5925FC74D39}" type="pres">
      <dgm:prSet presAssocID="{43125D3E-933A-46A7-A3BB-12AFE73B5CF3}" presName="sibTrans" presStyleLbl="sibTrans2D1" presStyleIdx="2" presStyleCnt="3"/>
      <dgm:spPr/>
    </dgm:pt>
    <dgm:pt modelId="{0B8EEED6-42AF-4FA5-9A87-5021269B426D}" type="pres">
      <dgm:prSet presAssocID="{43125D3E-933A-46A7-A3BB-12AFE73B5CF3}" presName="connectorText" presStyleLbl="sibTrans2D1" presStyleIdx="2" presStyleCnt="3"/>
      <dgm:spPr/>
    </dgm:pt>
    <dgm:pt modelId="{CE6E4375-BB58-473F-8C76-06CE8B6F1499}" type="pres">
      <dgm:prSet presAssocID="{893C0AE5-56AD-4710-A9AD-3376901AA013}" presName="node" presStyleLbl="node1" presStyleIdx="3" presStyleCnt="4">
        <dgm:presLayoutVars>
          <dgm:bulletEnabled val="1"/>
        </dgm:presLayoutVars>
      </dgm:prSet>
      <dgm:spPr/>
    </dgm:pt>
  </dgm:ptLst>
  <dgm:cxnLst>
    <dgm:cxn modelId="{C3B4A01C-D092-47C7-8ECC-1E9D48D000EA}" srcId="{94E5474B-8361-4433-9D56-F55AADFDE2AF}" destId="{94097E59-2FE5-4436-B6ED-23F77BEC43CE}" srcOrd="0" destOrd="0" parTransId="{3801E590-AAA4-4F49-8E39-B5DFF50F6939}" sibTransId="{ADEE2BD4-E090-4107-A7B4-C35D7B1E649B}"/>
    <dgm:cxn modelId="{15124F1E-9EA9-4FDC-9BC5-9CB81A3F9B0F}" type="presOf" srcId="{43CDD859-0962-4F68-A99D-BC6AFBE8F14C}" destId="{5D23122B-D231-42FC-B0B9-58C883E97541}" srcOrd="0" destOrd="0" presId="urn:microsoft.com/office/officeart/2005/8/layout/process2"/>
    <dgm:cxn modelId="{DF431620-4819-4637-A334-A8387A056082}" type="presOf" srcId="{2FA1A1FD-501E-4655-AD07-550FE455537D}" destId="{7386E2C5-2901-4217-8DC8-FD93C66894B9}" srcOrd="0" destOrd="0" presId="urn:microsoft.com/office/officeart/2005/8/layout/process2"/>
    <dgm:cxn modelId="{70487729-0BB4-4A56-BF0A-9318E340D761}" type="presOf" srcId="{43125D3E-933A-46A7-A3BB-12AFE73B5CF3}" destId="{3F306199-4469-436A-8C72-E5925FC74D39}" srcOrd="0" destOrd="0" presId="urn:microsoft.com/office/officeart/2005/8/layout/process2"/>
    <dgm:cxn modelId="{5AD17B43-A131-4C66-A9DC-8F8EC51AE627}" srcId="{94E5474B-8361-4433-9D56-F55AADFDE2AF}" destId="{893C0AE5-56AD-4710-A9AD-3376901AA013}" srcOrd="3" destOrd="0" parTransId="{71EBDEE5-E241-4B76-BD84-37B82947B146}" sibTransId="{0AF5D7EE-555F-4CD0-917F-8DCFA1486064}"/>
    <dgm:cxn modelId="{73496B45-559B-4379-B855-60E868106826}" type="presOf" srcId="{2FA1A1FD-501E-4655-AD07-550FE455537D}" destId="{1FA06E1D-FB7C-4DD5-8176-501F446D3F81}" srcOrd="1" destOrd="0" presId="urn:microsoft.com/office/officeart/2005/8/layout/process2"/>
    <dgm:cxn modelId="{903C3D66-6C77-494B-9601-8DFB8209C718}" srcId="{94E5474B-8361-4433-9D56-F55AADFDE2AF}" destId="{43CDD859-0962-4F68-A99D-BC6AFBE8F14C}" srcOrd="1" destOrd="0" parTransId="{034F85D2-65D2-4DF5-9072-7A48A5B3D89B}" sibTransId="{2FA1A1FD-501E-4655-AD07-550FE455537D}"/>
    <dgm:cxn modelId="{74484270-1171-40D4-BE86-14B94EA0E332}" srcId="{94E5474B-8361-4433-9D56-F55AADFDE2AF}" destId="{1F78EF25-25A6-4652-AD55-74B49F0F2795}" srcOrd="2" destOrd="0" parTransId="{C4179FE2-50DF-4E4E-B1A3-7C7AD65AFE78}" sibTransId="{43125D3E-933A-46A7-A3BB-12AFE73B5CF3}"/>
    <dgm:cxn modelId="{CA58F750-16C2-4CEF-8976-8A09688E19F5}" type="presOf" srcId="{94E5474B-8361-4433-9D56-F55AADFDE2AF}" destId="{30E33506-1377-4FD2-88D2-226446413D3E}" srcOrd="0" destOrd="0" presId="urn:microsoft.com/office/officeart/2005/8/layout/process2"/>
    <dgm:cxn modelId="{806BC473-F2AB-43BC-8701-DF75ADC5EED4}" type="presOf" srcId="{ADEE2BD4-E090-4107-A7B4-C35D7B1E649B}" destId="{B5B33E1B-9834-40F6-9236-B8EA09C341AF}" srcOrd="0" destOrd="0" presId="urn:microsoft.com/office/officeart/2005/8/layout/process2"/>
    <dgm:cxn modelId="{773102AD-8496-4384-A5BF-743DCDC37719}" type="presOf" srcId="{893C0AE5-56AD-4710-A9AD-3376901AA013}" destId="{CE6E4375-BB58-473F-8C76-06CE8B6F1499}" srcOrd="0" destOrd="0" presId="urn:microsoft.com/office/officeart/2005/8/layout/process2"/>
    <dgm:cxn modelId="{9700A1B0-45B2-4D62-9C93-2E273139B867}" type="presOf" srcId="{1F78EF25-25A6-4652-AD55-74B49F0F2795}" destId="{16F1A17F-39F6-465A-B5E5-66FE623338C5}" srcOrd="0" destOrd="0" presId="urn:microsoft.com/office/officeart/2005/8/layout/process2"/>
    <dgm:cxn modelId="{EF8EE1B8-AD79-416E-9A72-60326F688419}" type="presOf" srcId="{ADEE2BD4-E090-4107-A7B4-C35D7B1E649B}" destId="{F00C3159-C61E-4D79-AB18-EDD1E4254324}" srcOrd="1" destOrd="0" presId="urn:microsoft.com/office/officeart/2005/8/layout/process2"/>
    <dgm:cxn modelId="{C24FA9B9-CBEE-49E5-84C4-D2771DE20E0B}" type="presOf" srcId="{94097E59-2FE5-4436-B6ED-23F77BEC43CE}" destId="{1AF7B56B-D876-4F6B-8EDE-E07568C831E3}" srcOrd="0" destOrd="0" presId="urn:microsoft.com/office/officeart/2005/8/layout/process2"/>
    <dgm:cxn modelId="{7E4D67BD-E8F2-47B6-9747-AA28E6B5F1B1}" type="presOf" srcId="{43125D3E-933A-46A7-A3BB-12AFE73B5CF3}" destId="{0B8EEED6-42AF-4FA5-9A87-5021269B426D}" srcOrd="1" destOrd="0" presId="urn:microsoft.com/office/officeart/2005/8/layout/process2"/>
    <dgm:cxn modelId="{45F58762-01B7-42AF-93DE-73E202B2ED5B}" type="presParOf" srcId="{30E33506-1377-4FD2-88D2-226446413D3E}" destId="{1AF7B56B-D876-4F6B-8EDE-E07568C831E3}" srcOrd="0" destOrd="0" presId="urn:microsoft.com/office/officeart/2005/8/layout/process2"/>
    <dgm:cxn modelId="{B5FCBF4D-F4AD-4B2C-8777-3AAF9151AD87}" type="presParOf" srcId="{30E33506-1377-4FD2-88D2-226446413D3E}" destId="{B5B33E1B-9834-40F6-9236-B8EA09C341AF}" srcOrd="1" destOrd="0" presId="urn:microsoft.com/office/officeart/2005/8/layout/process2"/>
    <dgm:cxn modelId="{16309512-5873-4631-A7D7-B0D91764F922}" type="presParOf" srcId="{B5B33E1B-9834-40F6-9236-B8EA09C341AF}" destId="{F00C3159-C61E-4D79-AB18-EDD1E4254324}" srcOrd="0" destOrd="0" presId="urn:microsoft.com/office/officeart/2005/8/layout/process2"/>
    <dgm:cxn modelId="{30E51EFD-8524-4CDF-A750-B9ACCA193A8B}" type="presParOf" srcId="{30E33506-1377-4FD2-88D2-226446413D3E}" destId="{5D23122B-D231-42FC-B0B9-58C883E97541}" srcOrd="2" destOrd="0" presId="urn:microsoft.com/office/officeart/2005/8/layout/process2"/>
    <dgm:cxn modelId="{C0D19587-1647-481A-ADD2-68213B313BDB}" type="presParOf" srcId="{30E33506-1377-4FD2-88D2-226446413D3E}" destId="{7386E2C5-2901-4217-8DC8-FD93C66894B9}" srcOrd="3" destOrd="0" presId="urn:microsoft.com/office/officeart/2005/8/layout/process2"/>
    <dgm:cxn modelId="{3EF4752A-BC13-429A-86C1-882566427696}" type="presParOf" srcId="{7386E2C5-2901-4217-8DC8-FD93C66894B9}" destId="{1FA06E1D-FB7C-4DD5-8176-501F446D3F81}" srcOrd="0" destOrd="0" presId="urn:microsoft.com/office/officeart/2005/8/layout/process2"/>
    <dgm:cxn modelId="{1B9390AD-8BC8-4E7F-AE32-22D9CC44865C}" type="presParOf" srcId="{30E33506-1377-4FD2-88D2-226446413D3E}" destId="{16F1A17F-39F6-465A-B5E5-66FE623338C5}" srcOrd="4" destOrd="0" presId="urn:microsoft.com/office/officeart/2005/8/layout/process2"/>
    <dgm:cxn modelId="{1022DA62-405A-4623-B9D1-2840DF8DF97A}" type="presParOf" srcId="{30E33506-1377-4FD2-88D2-226446413D3E}" destId="{3F306199-4469-436A-8C72-E5925FC74D39}" srcOrd="5" destOrd="0" presId="urn:microsoft.com/office/officeart/2005/8/layout/process2"/>
    <dgm:cxn modelId="{0EDB8885-5173-4063-BF69-9DFEAD83BC90}" type="presParOf" srcId="{3F306199-4469-436A-8C72-E5925FC74D39}" destId="{0B8EEED6-42AF-4FA5-9A87-5021269B426D}" srcOrd="0" destOrd="0" presId="urn:microsoft.com/office/officeart/2005/8/layout/process2"/>
    <dgm:cxn modelId="{5C3CEDFE-D4D3-4BC4-AA5F-093670F5F00B}" type="presParOf" srcId="{30E33506-1377-4FD2-88D2-226446413D3E}" destId="{CE6E4375-BB58-473F-8C76-06CE8B6F1499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6FD3B-A31F-420C-83B4-C0A81CDA722D}">
      <dsp:nvSpPr>
        <dsp:cNvPr id="0" name=""/>
        <dsp:cNvSpPr/>
      </dsp:nvSpPr>
      <dsp:spPr>
        <a:xfrm>
          <a:off x="2348" y="1152574"/>
          <a:ext cx="2289887" cy="748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600" kern="1200"/>
            <a:t>Frontend</a:t>
          </a:r>
        </a:p>
      </dsp:txBody>
      <dsp:txXfrm>
        <a:off x="2348" y="1152574"/>
        <a:ext cx="2289887" cy="748800"/>
      </dsp:txXfrm>
    </dsp:sp>
    <dsp:sp modelId="{C3ACA472-B258-4013-860D-7138D9794AEC}">
      <dsp:nvSpPr>
        <dsp:cNvPr id="0" name=""/>
        <dsp:cNvSpPr/>
      </dsp:nvSpPr>
      <dsp:spPr>
        <a:xfrm>
          <a:off x="2348" y="1901374"/>
          <a:ext cx="2289887" cy="2453343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600" kern="1200" dirty="0"/>
            <a:t>Vite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600" kern="1200" dirty="0"/>
            <a:t>React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600" kern="1200"/>
            <a:t>TypeScript</a:t>
          </a:r>
        </a:p>
      </dsp:txBody>
      <dsp:txXfrm>
        <a:off x="2348" y="1901374"/>
        <a:ext cx="2289887" cy="2453343"/>
      </dsp:txXfrm>
    </dsp:sp>
    <dsp:sp modelId="{45EE2016-9F71-496A-BBBD-FB1147A6B696}">
      <dsp:nvSpPr>
        <dsp:cNvPr id="0" name=""/>
        <dsp:cNvSpPr/>
      </dsp:nvSpPr>
      <dsp:spPr>
        <a:xfrm>
          <a:off x="2612820" y="1152574"/>
          <a:ext cx="2289887" cy="748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600" kern="1200"/>
            <a:t>Backend</a:t>
          </a:r>
        </a:p>
      </dsp:txBody>
      <dsp:txXfrm>
        <a:off x="2612820" y="1152574"/>
        <a:ext cx="2289887" cy="748800"/>
      </dsp:txXfrm>
    </dsp:sp>
    <dsp:sp modelId="{8AF606EE-0CA2-4186-A830-7258FC039BE2}">
      <dsp:nvSpPr>
        <dsp:cNvPr id="0" name=""/>
        <dsp:cNvSpPr/>
      </dsp:nvSpPr>
      <dsp:spPr>
        <a:xfrm>
          <a:off x="2612820" y="1901374"/>
          <a:ext cx="2289887" cy="2453343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600" kern="1200"/>
            <a:t>Node.js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600" kern="1200"/>
            <a:t>Express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600" kern="1200" dirty="0"/>
            <a:t>TypeScript</a:t>
          </a:r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600" kern="1200" dirty="0"/>
            <a:t>JWT Auth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600" kern="1200" dirty="0"/>
            <a:t>Yup</a:t>
          </a:r>
        </a:p>
      </dsp:txBody>
      <dsp:txXfrm>
        <a:off x="2612820" y="1901374"/>
        <a:ext cx="2289887" cy="2453343"/>
      </dsp:txXfrm>
    </dsp:sp>
    <dsp:sp modelId="{0B47EECD-65EC-4B56-9C81-5043D647E1D3}">
      <dsp:nvSpPr>
        <dsp:cNvPr id="0" name=""/>
        <dsp:cNvSpPr/>
      </dsp:nvSpPr>
      <dsp:spPr>
        <a:xfrm>
          <a:off x="5223292" y="1152574"/>
          <a:ext cx="2289887" cy="748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600" kern="1200"/>
            <a:t>Database</a:t>
          </a:r>
        </a:p>
      </dsp:txBody>
      <dsp:txXfrm>
        <a:off x="5223292" y="1152574"/>
        <a:ext cx="2289887" cy="748800"/>
      </dsp:txXfrm>
    </dsp:sp>
    <dsp:sp modelId="{59ECD935-1576-4B65-8451-4CE953C3B53F}">
      <dsp:nvSpPr>
        <dsp:cNvPr id="0" name=""/>
        <dsp:cNvSpPr/>
      </dsp:nvSpPr>
      <dsp:spPr>
        <a:xfrm>
          <a:off x="5223292" y="1901374"/>
          <a:ext cx="2289887" cy="2453343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600" kern="1200"/>
            <a:t>MongoDB</a:t>
          </a:r>
        </a:p>
      </dsp:txBody>
      <dsp:txXfrm>
        <a:off x="5223292" y="1901374"/>
        <a:ext cx="2289887" cy="24533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7B56B-D876-4F6B-8EDE-E07568C831E3}">
      <dsp:nvSpPr>
        <dsp:cNvPr id="0" name=""/>
        <dsp:cNvSpPr/>
      </dsp:nvSpPr>
      <dsp:spPr>
        <a:xfrm>
          <a:off x="1619555" y="1785"/>
          <a:ext cx="1332889" cy="664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800" kern="1200"/>
            <a:t>Repository</a:t>
          </a:r>
        </a:p>
      </dsp:txBody>
      <dsp:txXfrm>
        <a:off x="1639014" y="21244"/>
        <a:ext cx="1293971" cy="625450"/>
      </dsp:txXfrm>
    </dsp:sp>
    <dsp:sp modelId="{B5B33E1B-9834-40F6-9236-B8EA09C341AF}">
      <dsp:nvSpPr>
        <dsp:cNvPr id="0" name=""/>
        <dsp:cNvSpPr/>
      </dsp:nvSpPr>
      <dsp:spPr>
        <a:xfrm rot="5400000">
          <a:off x="2161430" y="682763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bg-BG" sz="1200" kern="1200"/>
        </a:p>
      </dsp:txBody>
      <dsp:txXfrm rot="-5400000">
        <a:off x="2196310" y="707677"/>
        <a:ext cx="179379" cy="174397"/>
      </dsp:txXfrm>
    </dsp:sp>
    <dsp:sp modelId="{5D23122B-D231-42FC-B0B9-58C883E97541}">
      <dsp:nvSpPr>
        <dsp:cNvPr id="0" name=""/>
        <dsp:cNvSpPr/>
      </dsp:nvSpPr>
      <dsp:spPr>
        <a:xfrm>
          <a:off x="1619555" y="998339"/>
          <a:ext cx="1332889" cy="664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800" kern="1200" dirty="0"/>
            <a:t>Service</a:t>
          </a:r>
        </a:p>
      </dsp:txBody>
      <dsp:txXfrm>
        <a:off x="1639014" y="1017798"/>
        <a:ext cx="1293971" cy="625450"/>
      </dsp:txXfrm>
    </dsp:sp>
    <dsp:sp modelId="{7386E2C5-2901-4217-8DC8-FD93C66894B9}">
      <dsp:nvSpPr>
        <dsp:cNvPr id="0" name=""/>
        <dsp:cNvSpPr/>
      </dsp:nvSpPr>
      <dsp:spPr>
        <a:xfrm rot="5400000">
          <a:off x="2161430" y="1679317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bg-BG" sz="1200" kern="1200"/>
        </a:p>
      </dsp:txBody>
      <dsp:txXfrm rot="-5400000">
        <a:off x="2196310" y="1704231"/>
        <a:ext cx="179379" cy="174397"/>
      </dsp:txXfrm>
    </dsp:sp>
    <dsp:sp modelId="{16F1A17F-39F6-465A-B5E5-66FE623338C5}">
      <dsp:nvSpPr>
        <dsp:cNvPr id="0" name=""/>
        <dsp:cNvSpPr/>
      </dsp:nvSpPr>
      <dsp:spPr>
        <a:xfrm>
          <a:off x="1619555" y="1994892"/>
          <a:ext cx="1332889" cy="664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800" kern="1200" dirty="0"/>
            <a:t>Controller</a:t>
          </a:r>
        </a:p>
      </dsp:txBody>
      <dsp:txXfrm>
        <a:off x="1639014" y="2014351"/>
        <a:ext cx="1293971" cy="625450"/>
      </dsp:txXfrm>
    </dsp:sp>
    <dsp:sp modelId="{3F306199-4469-436A-8C72-E5925FC74D39}">
      <dsp:nvSpPr>
        <dsp:cNvPr id="0" name=""/>
        <dsp:cNvSpPr/>
      </dsp:nvSpPr>
      <dsp:spPr>
        <a:xfrm rot="5400000">
          <a:off x="2161430" y="2675870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bg-BG" sz="1200" kern="1200"/>
        </a:p>
      </dsp:txBody>
      <dsp:txXfrm rot="-5400000">
        <a:off x="2196310" y="2700784"/>
        <a:ext cx="179379" cy="174397"/>
      </dsp:txXfrm>
    </dsp:sp>
    <dsp:sp modelId="{CE6E4375-BB58-473F-8C76-06CE8B6F1499}">
      <dsp:nvSpPr>
        <dsp:cNvPr id="0" name=""/>
        <dsp:cNvSpPr/>
      </dsp:nvSpPr>
      <dsp:spPr>
        <a:xfrm>
          <a:off x="1619555" y="2991445"/>
          <a:ext cx="1332889" cy="664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800" kern="1200" dirty="0"/>
            <a:t>Routes</a:t>
          </a:r>
        </a:p>
      </dsp:txBody>
      <dsp:txXfrm>
        <a:off x="1639014" y="3010904"/>
        <a:ext cx="1293971" cy="625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anchor="t">
            <a:normAutofit/>
          </a:bodyPr>
          <a:lstStyle>
            <a:lvl1pPr algn="l">
              <a:defRPr sz="9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91071A-A69E-4756-A27D-7C7C5F9F32BB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1C923-C708-4EAA-A92A-FF81A8F7DA0D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974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anchor="t">
            <a:normAutofit/>
          </a:bodyPr>
          <a:lstStyle>
            <a:lvl1pPr algn="l">
              <a:defRPr sz="12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1AAA3-5155-4231-8EEA-4F6426D8887B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87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94E042F-6826-4E41-A6B0-8BF606E4151E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E408205-B154-4943-AEBC-86E16421E5DB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D144122-2A67-493C-895E-2682608B0F6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7" y="342900"/>
            <a:ext cx="5334000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98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86A74E5-A9C0-4E5C-851E-13F6D920EA1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48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88DBF3-F598-4A31-8E9B-511F7F0D5E4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88DBF3-F598-4A31-8E9B-511F7F0D5E47}" type="datetime1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BA22E09C-1954-DBFC-E669-2449D22D2D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312551 w 6714969"/>
              <a:gd name="connsiteY0" fmla="*/ 0 h 6163508"/>
              <a:gd name="connsiteX1" fmla="*/ 6402418 w 6714969"/>
              <a:gd name="connsiteY1" fmla="*/ 0 h 6163508"/>
              <a:gd name="connsiteX2" fmla="*/ 6714969 w 6714969"/>
              <a:gd name="connsiteY2" fmla="*/ 312551 h 6163508"/>
              <a:gd name="connsiteX3" fmla="*/ 6714969 w 6714969"/>
              <a:gd name="connsiteY3" fmla="*/ 5850957 h 6163508"/>
              <a:gd name="connsiteX4" fmla="*/ 6402418 w 6714969"/>
              <a:gd name="connsiteY4" fmla="*/ 6163508 h 6163508"/>
              <a:gd name="connsiteX5" fmla="*/ 312551 w 6714969"/>
              <a:gd name="connsiteY5" fmla="*/ 6163508 h 6163508"/>
              <a:gd name="connsiteX6" fmla="*/ 0 w 6714969"/>
              <a:gd name="connsiteY6" fmla="*/ 5850957 h 6163508"/>
              <a:gd name="connsiteX7" fmla="*/ 0 w 6714969"/>
              <a:gd name="connsiteY7" fmla="*/ 312551 h 6163508"/>
              <a:gd name="connsiteX8" fmla="*/ 312551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312551" y="0"/>
                </a:moveTo>
                <a:lnTo>
                  <a:pt x="6402418" y="0"/>
                </a:lnTo>
                <a:cubicBezTo>
                  <a:pt x="6575035" y="0"/>
                  <a:pt x="6714969" y="139934"/>
                  <a:pt x="6714969" y="312551"/>
                </a:cubicBezTo>
                <a:lnTo>
                  <a:pt x="6714969" y="5850957"/>
                </a:lnTo>
                <a:cubicBezTo>
                  <a:pt x="6714969" y="6023574"/>
                  <a:pt x="6575035" y="6163508"/>
                  <a:pt x="6402418" y="6163508"/>
                </a:cubicBezTo>
                <a:lnTo>
                  <a:pt x="312551" y="6163508"/>
                </a:lnTo>
                <a:cubicBezTo>
                  <a:pt x="139934" y="6163508"/>
                  <a:pt x="0" y="6023574"/>
                  <a:pt x="0" y="5850957"/>
                </a:cubicBezTo>
                <a:lnTo>
                  <a:pt x="0" y="312551"/>
                </a:lnTo>
                <a:cubicBezTo>
                  <a:pt x="0" y="139934"/>
                  <a:pt x="139934" y="0"/>
                  <a:pt x="31255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906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D5A0-3316-4C32-929A-0D0DB97D10BB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ADD7-305F-4EB9-8736-D791FAF7A4D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13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80"/>
            <a:ext cx="11328845" cy="74066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380744"/>
            <a:ext cx="11328844" cy="4901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9238A-C249-43B5-82BC-D29F8CAE992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46182-1DDF-4ACE-B05D-D855179AB21D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79F24-F3CA-4AD0-8BF8-AB0BBB30EE0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2EAA-E00A-40E8-8E99-2669E036700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5030-C135-4A24-944D-06B773D2F2E6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6FB-0D10-49C4-88DE-98215C666BA1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3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242880F-92D7-4796-B72D-6CF83054BAF5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3749-65BA-43BD-B2BF-FF5A4C96AE1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561C12A-E1D5-4BE9-85D9-F221F70F4931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DBE6-5750-4902-BDAA-20F546DD8AD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1C4331-C33F-4DC1-AB74-C520A718CE2B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4764-83A9-4A81-9507-BED109D81520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2C6C9-D30C-4946-92A4-454A5FC69685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350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79CC6-BB04-42D6-AB0C-BAA184663D9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586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B3D66E4-8050-49E4-B8D2-06214BFB7C0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AEA2F-0823-4BD6-88F7-6D0D98F52C9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6092A99-204A-46CE-8F70-09D6B2D3487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941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9EA3-15DE-451B-A24B-ACC8EA0B6D09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644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43DB-FCC0-4D52-80F2-173D55390D61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57C7506-9AD1-49AD-BE44-C83E35401EAD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F2A-D949-4DFB-9912-9D6234B797F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4C-FF61-4FB6-A5E4-597CB7D69CB6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05C6-AA77-4A66-BB27-EE68DDD0D19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5DF3-EEC7-45DF-A943-3E12702079E5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5" y="4989044"/>
            <a:ext cx="11201399" cy="122529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ctr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ctr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ctr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ctr">
              <a:buNone/>
              <a:defRPr sz="14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570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9EAFF-A363-4554-A2A5-F61FABD0CE0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6" y="4989044"/>
            <a:ext cx="11201400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228600" indent="0" algn="ctr">
              <a:buNone/>
              <a:defRPr sz="24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1800"/>
            </a:lvl4pPr>
            <a:lvl5pPr marL="9144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08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603504"/>
            <a:ext cx="11201400" cy="4206240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7950-0717-4110-9557-F08D8A545BF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4809744"/>
            <a:ext cx="5897880" cy="135331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l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l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l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043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F94A-833D-4D19-8ACB-52DAEF08569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7495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823376"/>
            <a:ext cx="9198864" cy="2875175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3A70-5484-4418-A739-7B973E09E7E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276088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20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6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4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9805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A9563B-AAD5-FEB6-A529-82D8BF95E524}"/>
              </a:ext>
            </a:extLst>
          </p:cNvPr>
          <p:cNvSpPr/>
          <p:nvPr userDrawn="1"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9960C-742D-4508-821A-E36FD033CDB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  <a:lvl2pPr marL="228600" indent="0">
              <a:buNone/>
              <a:defRPr lang="en-US" b="1" dirty="0"/>
            </a:lvl2pPr>
            <a:lvl3pPr marL="457200" indent="0">
              <a:buNone/>
              <a:defRPr lang="en-US" b="1" dirty="0"/>
            </a:lvl3pPr>
            <a:lvl4pPr marL="685800" indent="0">
              <a:buNone/>
              <a:defRPr lang="en-US" b="1" dirty="0"/>
            </a:lvl4pPr>
            <a:lvl5pPr marL="914400" indent="0">
              <a:buNone/>
              <a:defRPr lang="en-US" b="1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8590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0D0A5-9A76-413F-B8E0-5A45841D7E46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7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0AF003-CBE1-47D7-BB91-14D8E3A57039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04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EEC48-96C8-40C8-BC32-68BFC261013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9F91-8FDB-4AB3-84FB-6B8E68AF702B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D436-D43A-4662-BADB-33E2F793B99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576B-5432-44C5-AE72-B8C78722FE99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342901"/>
            <a:ext cx="6785782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6CE1-0051-42BD-BBD3-CB4EC65FC51D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4B75-5BA7-423E-A6AE-B3781CB72AA9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1F7B-2472-4057-932A-A13696216B5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8A7B9ABC-2BDA-432C-8D53-84813DB6E36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15" r:id="rId2"/>
    <p:sldLayoutId id="2147483676" r:id="rId3"/>
    <p:sldLayoutId id="2147483712" r:id="rId4"/>
    <p:sldLayoutId id="2147483698" r:id="rId5"/>
    <p:sldLayoutId id="2147483734" r:id="rId6"/>
    <p:sldLayoutId id="2147483736" r:id="rId7"/>
    <p:sldLayoutId id="2147483729" r:id="rId8"/>
    <p:sldLayoutId id="2147483783" r:id="rId9"/>
    <p:sldLayoutId id="2147483716" r:id="rId10"/>
    <p:sldLayoutId id="2147483782" r:id="rId11"/>
    <p:sldLayoutId id="2147483713" r:id="rId12"/>
    <p:sldLayoutId id="2147483732" r:id="rId13"/>
    <p:sldLayoutId id="2147483662" r:id="rId14"/>
    <p:sldLayoutId id="2147483679" r:id="rId15"/>
    <p:sldLayoutId id="2147483680" r:id="rId16"/>
    <p:sldLayoutId id="2147483681" r:id="rId17"/>
    <p:sldLayoutId id="2147483778" r:id="rId18"/>
    <p:sldLayoutId id="2147483777" r:id="rId19"/>
    <p:sldLayoutId id="2147483689" r:id="rId20"/>
    <p:sldLayoutId id="2147483690" r:id="rId21"/>
    <p:sldLayoutId id="2147483707" r:id="rId22"/>
    <p:sldLayoutId id="2147483708" r:id="rId23"/>
    <p:sldLayoutId id="2147483692" r:id="rId24"/>
    <p:sldLayoutId id="2147483691" r:id="rId25"/>
    <p:sldLayoutId id="2147483743" r:id="rId26"/>
    <p:sldLayoutId id="2147483744" r:id="rId27"/>
    <p:sldLayoutId id="2147483694" r:id="rId28"/>
    <p:sldLayoutId id="2147483770" r:id="rId29"/>
    <p:sldLayoutId id="2147483769" r:id="rId30"/>
    <p:sldLayoutId id="2147483771" r:id="rId31"/>
    <p:sldLayoutId id="2147483693" r:id="rId32"/>
    <p:sldLayoutId id="2147483711" r:id="rId33"/>
    <p:sldLayoutId id="2147483672" r:id="rId34"/>
    <p:sldLayoutId id="2147483673" r:id="rId35"/>
    <p:sldLayoutId id="2147483696" r:id="rId36"/>
    <p:sldLayoutId id="2147483780" r:id="rId37"/>
    <p:sldLayoutId id="2147483740" r:id="rId38"/>
    <p:sldLayoutId id="2147483779" r:id="rId39"/>
    <p:sldLayoutId id="2147483776" r:id="rId40"/>
    <p:sldLayoutId id="2147483757" r:id="rId41"/>
    <p:sldLayoutId id="2147483762" r:id="rId42"/>
    <p:sldLayoutId id="2147483764" r:id="rId43"/>
    <p:sldLayoutId id="2147483767" r:id="rId44"/>
    <p:sldLayoutId id="2147483664" r:id="rId45"/>
    <p:sldLayoutId id="2147483665" r:id="rId46"/>
    <p:sldLayoutId id="2147483666" r:id="rId47"/>
    <p:sldLayoutId id="2147483667" r:id="rId48"/>
    <p:sldLayoutId id="2147483668" r:id="rId49"/>
    <p:sldLayoutId id="2147483669" r:id="rId50"/>
    <p:sldLayoutId id="2147483685" r:id="rId51"/>
    <p:sldLayoutId id="2147483730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ACAB-959D-812F-8963-C96537ED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E92D4A-2B01-7C79-765D-37A3B9226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/>
          <a:lstStyle/>
          <a:p>
            <a:r>
              <a:rPr lang="en-US" dirty="0"/>
              <a:t>Soci</a:t>
            </a:r>
            <a:r>
              <a:rPr lang="en-US"/>
              <a:t>al Blogging Platform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14E2E02-FD44-8495-42A7-69BFA6085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r>
              <a:rPr lang="en-US" dirty="0"/>
              <a:t>Bozhi</a:t>
            </a:r>
            <a:r>
              <a:rPr lang="en-US"/>
              <a:t>dara Partenova, 1MI0600569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834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99EF-994E-2448-D260-6957DB07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EC32-F483-9CB8-A03D-3BDD4529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33" y="239045"/>
            <a:ext cx="4023360" cy="946214"/>
          </a:xfrm>
        </p:spPr>
        <p:txBody>
          <a:bodyPr/>
          <a:lstStyle/>
          <a:p>
            <a:r>
              <a:rPr lang="en-US"/>
              <a:t>What is it?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375E5-CCC8-A819-72F8-DE6E01420C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0134" y="1479772"/>
            <a:ext cx="11571922" cy="3364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This project is a full-stack social platform featuring secure JWT-based authentication, user profile </a:t>
            </a:r>
            <a:r>
              <a:rPr lang="en-US">
                <a:ea typeface="+mn-lt"/>
                <a:cs typeface="+mn-lt"/>
              </a:rPr>
              <a:t>management, post creation, customizable filters, follow/unfollow functionality, groups, chats with friends and instant</a:t>
            </a:r>
            <a:r>
              <a:rPr lang="en-US" dirty="0">
                <a:ea typeface="+mn-lt"/>
                <a:cs typeface="+mn-lt"/>
              </a:rPr>
              <a:t> live notifications.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3250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E96A91-1631-1D6C-FF50-C75B65DE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702" y="560931"/>
            <a:ext cx="2282608" cy="553065"/>
          </a:xfrm>
        </p:spPr>
        <p:txBody>
          <a:bodyPr/>
          <a:lstStyle/>
          <a:p>
            <a:r>
              <a:rPr lang="en-US"/>
              <a:t>Tech stack</a:t>
            </a:r>
            <a:endParaRPr lang="en-US" dirty="0"/>
          </a:p>
        </p:txBody>
      </p:sp>
      <p:graphicFrame>
        <p:nvGraphicFramePr>
          <p:cNvPr id="16" name="Диаграма 15">
            <a:extLst>
              <a:ext uri="{FF2B5EF4-FFF2-40B4-BE49-F238E27FC236}">
                <a16:creationId xmlns:a16="http://schemas.microsoft.com/office/drawing/2014/main" id="{C73B43C7-D51A-9DFB-E221-964B5050C1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4935884"/>
              </p:ext>
            </p:extLst>
          </p:nvPr>
        </p:nvGraphicFramePr>
        <p:xfrm>
          <a:off x="2341306" y="672281"/>
          <a:ext cx="7515529" cy="5507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127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Диаграма 88">
            <a:extLst>
              <a:ext uri="{FF2B5EF4-FFF2-40B4-BE49-F238E27FC236}">
                <a16:creationId xmlns:a16="http://schemas.microsoft.com/office/drawing/2014/main" id="{EE8F793E-A9FF-C340-39A6-21C3B7EC47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556382"/>
              </p:ext>
            </p:extLst>
          </p:nvPr>
        </p:nvGraphicFramePr>
        <p:xfrm>
          <a:off x="7382213" y="1600200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3" name="Текстово поле 302">
            <a:extLst>
              <a:ext uri="{FF2B5EF4-FFF2-40B4-BE49-F238E27FC236}">
                <a16:creationId xmlns:a16="http://schemas.microsoft.com/office/drawing/2014/main" id="{EC720F52-48DD-3B52-C265-B8380772EBA4}"/>
              </a:ext>
            </a:extLst>
          </p:cNvPr>
          <p:cNvSpPr txBox="1"/>
          <p:nvPr/>
        </p:nvSpPr>
        <p:spPr>
          <a:xfrm>
            <a:off x="1037616" y="1052152"/>
            <a:ext cx="40203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bg-BG" sz="4800">
                <a:ea typeface="+mn-lt"/>
                <a:cs typeface="+mn-lt"/>
              </a:rPr>
              <a:t>Architecture</a:t>
            </a:r>
            <a:endParaRPr lang="bg-BG" sz="4800"/>
          </a:p>
        </p:txBody>
      </p:sp>
      <p:sp>
        <p:nvSpPr>
          <p:cNvPr id="304" name="Текстово поле 303">
            <a:extLst>
              <a:ext uri="{FF2B5EF4-FFF2-40B4-BE49-F238E27FC236}">
                <a16:creationId xmlns:a16="http://schemas.microsoft.com/office/drawing/2014/main" id="{72FA9A1D-5523-58CE-AB9E-25AE81C397E0}"/>
              </a:ext>
            </a:extLst>
          </p:cNvPr>
          <p:cNvSpPr txBox="1"/>
          <p:nvPr/>
        </p:nvSpPr>
        <p:spPr>
          <a:xfrm>
            <a:off x="1039853" y="1876860"/>
            <a:ext cx="7095787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bg-BG" b="1"/>
              <a:t>Routes Layer:</a:t>
            </a:r>
            <a:r>
              <a:rPr lang="bg-BG"/>
              <a:t> </a:t>
            </a:r>
            <a:r>
              <a:rPr lang="bg-BG">
                <a:ea typeface="+mn-lt"/>
                <a:cs typeface="+mn-lt"/>
              </a:rPr>
              <a:t>Maps URL endpoints and HTTP methods  to the correct controller function. It also handles request-level middleware like authentication checks.</a:t>
            </a:r>
            <a:r>
              <a:rPr lang="bg-BG" dirty="0"/>
              <a:t> </a:t>
            </a:r>
          </a:p>
          <a:p>
            <a:pPr marL="342900" indent="-342900">
              <a:buFont typeface="Arial"/>
              <a:buChar char="•"/>
            </a:pPr>
            <a:endParaRPr lang="bg-BG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bg-BG" b="1">
                <a:ea typeface="+mn-lt"/>
                <a:cs typeface="+mn-lt"/>
              </a:rPr>
              <a:t>Controller Layer:</a:t>
            </a:r>
            <a:r>
              <a:rPr lang="bg-BG">
                <a:ea typeface="+mn-lt"/>
                <a:cs typeface="+mn-lt"/>
              </a:rPr>
              <a:t> Extracts input data, validates payload formats, calls the appropriate service method, and formats the final HTTP response.</a:t>
            </a:r>
          </a:p>
          <a:p>
            <a:pPr marL="342900" indent="-342900">
              <a:buFont typeface="Arial"/>
              <a:buChar char="•"/>
            </a:pPr>
            <a:endParaRPr lang="bg-BG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bg-BG" b="1">
                <a:ea typeface="+mn-lt"/>
                <a:cs typeface="+mn-lt"/>
              </a:rPr>
              <a:t>Service Layer:</a:t>
            </a:r>
            <a:r>
              <a:rPr lang="bg-BG">
                <a:ea typeface="+mn-lt"/>
                <a:cs typeface="+mn-lt"/>
              </a:rPr>
              <a:t> Implements all business rules, calculations, and orchestrations.</a:t>
            </a:r>
          </a:p>
          <a:p>
            <a:pPr marL="342900" indent="-342900">
              <a:buFont typeface="Arial"/>
              <a:buChar char="•"/>
            </a:pPr>
            <a:endParaRPr lang="bg-BG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bg-BG" b="1">
                <a:ea typeface="+mn-lt"/>
                <a:cs typeface="+mn-lt"/>
              </a:rPr>
              <a:t>Repository Layer:</a:t>
            </a:r>
            <a:r>
              <a:rPr lang="bg-BG">
                <a:ea typeface="+mn-lt"/>
                <a:cs typeface="+mn-lt"/>
              </a:rPr>
              <a:t> Performs database read, write, update, and delete (CRUD) queries using Mongoose.</a:t>
            </a:r>
            <a:endParaRPr lang="bg-BG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272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AFC61-58D8-9A41-F18F-40FEBA28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/>
          <a:lstStyle/>
          <a:p>
            <a:r>
              <a:rPr lang="en-US"/>
              <a:t>Core features </a:t>
            </a:r>
            <a:br>
              <a:rPr lang="en-US" dirty="0"/>
            </a:br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284621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485AD2A8-1636-A6E9-4CF6-2756DACD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967" y="1123527"/>
            <a:ext cx="3971640" cy="46048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E98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1EB34F6C-D4EA-E281-49BD-C20CA19B7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240" y="1123527"/>
            <a:ext cx="3522671" cy="4604800"/>
          </a:xfrm>
          <a:prstGeom prst="rect">
            <a:avLst/>
          </a:prstGeom>
        </p:spPr>
      </p:pic>
      <p:sp>
        <p:nvSpPr>
          <p:cNvPr id="12" name="Текстово поле 11">
            <a:extLst>
              <a:ext uri="{FF2B5EF4-FFF2-40B4-BE49-F238E27FC236}">
                <a16:creationId xmlns:a16="http://schemas.microsoft.com/office/drawing/2014/main" id="{2108608E-AFFA-590F-554A-1F2CEEDCC3CD}"/>
              </a:ext>
            </a:extLst>
          </p:cNvPr>
          <p:cNvSpPr txBox="1"/>
          <p:nvPr/>
        </p:nvSpPr>
        <p:spPr>
          <a:xfrm>
            <a:off x="4016649" y="210143"/>
            <a:ext cx="421531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4000"/>
              <a:t>Posts &amp; Filters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4E0B-F916-F3F6-3D3A-016C7385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CD0F1558-E346-E0FF-AD77-2987CC082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75" y="356680"/>
            <a:ext cx="5006223" cy="5463703"/>
          </a:xfrm>
          <a:prstGeom prst="rect">
            <a:avLst/>
          </a:prstGeom>
        </p:spPr>
      </p:pic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89D6F8CF-1369-6A94-C5C2-48EF875FD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543" y="356681"/>
            <a:ext cx="5833508" cy="3410085"/>
          </a:xfrm>
          <a:prstGeom prst="rect">
            <a:avLst/>
          </a:prstGeom>
        </p:spPr>
      </p:pic>
      <p:sp>
        <p:nvSpPr>
          <p:cNvPr id="13" name="Текстово поле 12">
            <a:extLst>
              <a:ext uri="{FF2B5EF4-FFF2-40B4-BE49-F238E27FC236}">
                <a16:creationId xmlns:a16="http://schemas.microsoft.com/office/drawing/2014/main" id="{EAF89701-90FD-22D9-460C-EF3E15970B4F}"/>
              </a:ext>
            </a:extLst>
          </p:cNvPr>
          <p:cNvSpPr txBox="1"/>
          <p:nvPr/>
        </p:nvSpPr>
        <p:spPr>
          <a:xfrm>
            <a:off x="6101405" y="4263958"/>
            <a:ext cx="583119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4000">
                <a:solidFill>
                  <a:schemeClr val="bg1"/>
                </a:solidFill>
              </a:rPr>
              <a:t>Search &amp; Explore new content</a:t>
            </a:r>
          </a:p>
        </p:txBody>
      </p:sp>
    </p:spTree>
    <p:extLst>
      <p:ext uri="{BB962C8B-B14F-4D97-AF65-F5344CB8AC3E}">
        <p14:creationId xmlns:p14="http://schemas.microsoft.com/office/powerpoint/2010/main" val="273865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CBC90860-0C7C-E189-6250-9FDB675A9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34" y="643467"/>
            <a:ext cx="4749331" cy="5571065"/>
          </a:xfrm>
          <a:prstGeom prst="rect">
            <a:avLst/>
          </a:prstGeom>
          <a:ln>
            <a:noFill/>
          </a:ln>
        </p:spPr>
      </p:pic>
      <p:sp>
        <p:nvSpPr>
          <p:cNvPr id="24" name="Текстово поле 23">
            <a:extLst>
              <a:ext uri="{FF2B5EF4-FFF2-40B4-BE49-F238E27FC236}">
                <a16:creationId xmlns:a16="http://schemas.microsoft.com/office/drawing/2014/main" id="{E120CE40-5B4A-B190-1209-C79DC8FDD29F}"/>
              </a:ext>
            </a:extLst>
          </p:cNvPr>
          <p:cNvSpPr txBox="1"/>
          <p:nvPr/>
        </p:nvSpPr>
        <p:spPr>
          <a:xfrm>
            <a:off x="358706" y="642599"/>
            <a:ext cx="324077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bg-BG" sz="4000"/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9F14B10F-AF86-9005-D3C0-9CA7283D2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4" y="237787"/>
            <a:ext cx="5161315" cy="6112213"/>
          </a:xfrm>
          <a:prstGeom prst="rect">
            <a:avLst/>
          </a:prstGeom>
        </p:spPr>
      </p:pic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B5C63BEB-BD4A-D2D0-9164-DF1B5EF8B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020" y="237787"/>
            <a:ext cx="6583152" cy="4442298"/>
          </a:xfrm>
          <a:prstGeom prst="rect">
            <a:avLst/>
          </a:prstGeom>
        </p:spPr>
      </p:pic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id="{81696ABE-B49C-4D77-9947-D707D1F36730}"/>
              </a:ext>
            </a:extLst>
          </p:cNvPr>
          <p:cNvSpPr txBox="1"/>
          <p:nvPr/>
        </p:nvSpPr>
        <p:spPr>
          <a:xfrm>
            <a:off x="5465644" y="5027224"/>
            <a:ext cx="655679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4000"/>
              <a:t>Participate in Groups &amp; Chat with your Friends</a:t>
            </a:r>
          </a:p>
        </p:txBody>
      </p:sp>
    </p:spTree>
    <p:extLst>
      <p:ext uri="{BB962C8B-B14F-4D97-AF65-F5344CB8AC3E}">
        <p14:creationId xmlns:p14="http://schemas.microsoft.com/office/powerpoint/2010/main" val="86403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148822B3-3D2F-AD46-6685-605EC0B68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067761"/>
            <a:ext cx="3292524" cy="2716332"/>
          </a:xfrm>
          <a:prstGeom prst="rect">
            <a:avLst/>
          </a:prstGeom>
        </p:spPr>
      </p:pic>
      <p:cxnSp>
        <p:nvCxnSpPr>
          <p:cNvPr id="27" name="Straight Connector 16">
            <a:extLst>
              <a:ext uri="{FF2B5EF4-FFF2-40B4-BE49-F238E27FC236}">
                <a16:creationId xmlns:a16="http://schemas.microsoft.com/office/drawing/2014/main" id="{1C6AAE25-BD23-41B5-AAE4-1DA5898C2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573887"/>
            <a:ext cx="0" cy="3710227"/>
          </a:xfrm>
          <a:prstGeom prst="line">
            <a:avLst/>
          </a:prstGeom>
          <a:ln w="19050">
            <a:solidFill>
              <a:srgbClr val="2E6E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C61B90C7-BD38-97D8-6070-CD61C053E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676" y="2606470"/>
            <a:ext cx="6184580" cy="1638914"/>
          </a:xfrm>
          <a:prstGeom prst="rect">
            <a:avLst/>
          </a:prstGeom>
        </p:spPr>
      </p:pic>
      <p:sp>
        <p:nvSpPr>
          <p:cNvPr id="13" name="Текстово поле 12">
            <a:extLst>
              <a:ext uri="{FF2B5EF4-FFF2-40B4-BE49-F238E27FC236}">
                <a16:creationId xmlns:a16="http://schemas.microsoft.com/office/drawing/2014/main" id="{5E20BED5-D678-3FB7-2471-10AD3F1355EC}"/>
              </a:ext>
            </a:extLst>
          </p:cNvPr>
          <p:cNvSpPr txBox="1"/>
          <p:nvPr/>
        </p:nvSpPr>
        <p:spPr>
          <a:xfrm>
            <a:off x="4149327" y="202406"/>
            <a:ext cx="389334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4000"/>
              <a:t>Report content</a:t>
            </a:r>
          </a:p>
        </p:txBody>
      </p:sp>
    </p:spTree>
    <p:extLst>
      <p:ext uri="{BB962C8B-B14F-4D97-AF65-F5344CB8AC3E}">
        <p14:creationId xmlns:p14="http://schemas.microsoft.com/office/powerpoint/2010/main" val="192075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F26EF-039C-B19F-7E20-BE52FE83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5D5E42A3-EC84-A08A-3D6B-06E4ABA1A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11341"/>
            <a:ext cx="10905066" cy="2835316"/>
          </a:xfrm>
          <a:prstGeom prst="rect">
            <a:avLst/>
          </a:prstGeom>
          <a:ln>
            <a:noFill/>
          </a:ln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4C4F97F1-3C12-5504-5C5A-67539547901F}"/>
              </a:ext>
            </a:extLst>
          </p:cNvPr>
          <p:cNvSpPr txBox="1"/>
          <p:nvPr/>
        </p:nvSpPr>
        <p:spPr>
          <a:xfrm>
            <a:off x="3819373" y="511293"/>
            <a:ext cx="455071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4000"/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361501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316666-556F-E61C-B685-895CE9AEC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/>
          <a:lstStyle/>
          <a:p>
            <a:r>
              <a:rPr lang="en-US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932547"/>
      </p:ext>
    </p:extLst>
  </p:cSld>
  <p:clrMapOvr>
    <a:masterClrMapping/>
  </p:clrMapOvr>
</p:sld>
</file>

<file path=ppt/theme/theme1.xml><?xml version="1.0" encoding="utf-8"?>
<a:theme xmlns:a="http://schemas.openxmlformats.org/drawingml/2006/main" name="DuneVTI">
  <a:themeElements>
    <a:clrScheme name="Dune Palett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_win32_DN_v2" id="{97A7A9A4-5677-45E2-BAC9-3A76DA18A86D}" vid="{E1353FFA-7ECE-4894-957E-EAB589AB12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2E5260-2832-4BCF-81AB-9742AA229F3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D30E3E3-D30D-4D0C-B8BA-8E07411E62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B1CF90-4325-48B7-84B7-FA4137780E8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513</Words>
  <Application>Microsoft Office PowerPoint</Application>
  <PresentationFormat>Широк екран</PresentationFormat>
  <Paragraphs>75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12</vt:i4>
      </vt:variant>
    </vt:vector>
  </HeadingPairs>
  <TitlesOfParts>
    <vt:vector size="13" baseType="lpstr">
      <vt:lpstr>DuneVTI</vt:lpstr>
      <vt:lpstr>Social Blogging Platform</vt:lpstr>
      <vt:lpstr>What is it?</vt:lpstr>
      <vt:lpstr>Tech stack</vt:lpstr>
      <vt:lpstr>Презентация на PowerPoint</vt:lpstr>
      <vt:lpstr>Core features  Overview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226</cp:revision>
  <dcterms:created xsi:type="dcterms:W3CDTF">2026-08-26T12:48:04Z</dcterms:created>
  <dcterms:modified xsi:type="dcterms:W3CDTF">2026-08-26T15:21:46Z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